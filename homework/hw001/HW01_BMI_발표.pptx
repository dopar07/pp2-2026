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안녕하십니까, 3조 팀장 이찬민입니다. 저희 팀은 이찬민, 이우성, 신재중, 이서준 네 명이고, HW01 BMI 계산 결과표 과제를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과제는 health.txt를 읽어 사람마다 BMI를 계산하고 Turtle로 표를 그리는 GUI 프로그램입니다. 먼저 기능을 나눠 계산은 bmi.py, 그리기는 bmi_table.py로 분리했습니다. 계산 부분은 화면 없이 따로 테스트할 수 있습니다. 흐름은 main()이 read_health_file()로 리스트를 받아 draw_table()에 넘기고, draw_table()은 줄마다 draw_row()를, draw_row()는 칸마다 draw_rect()와 write_text()를 부릅니다.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[이찬민] draw_table()은 표를 화면 가운데에 놓습니다. Turtle 화면은 가운데가 (0, 0)이라서 표 너비 680의 절반만큼 왼쪽, 표 높이의 절반만큼 위에서 그리기 시작합니다. 그래서 왼쪽 끝은 -340, 7명일 때 위쪽 끝은 144입니다. 데이터 줄은 줄무늬로 만들었습니다. main()에서는 사람 수에 맞춰 창 높이를 계산하고, tracer(0)와 update()로 한 번에 빠르게 출력합니다. 다음은 BMI 계산과 파일 읽기를 맡은 이우성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[이우성] BMI 계산과 파일 읽기를 맡은 이우성입니다. health.txt는 첫 줄이 제목이고 한 줄에 한 사람씩 전화번호, 이름, 키, 몸무게가 있습니다. BMI는 몸무게를 키(미터)의 제곱으로 나눈 값이라 cm를 100으로 나눕니다. 175cm, 72kg이면 약 23.5입니다. bmi_category()는 WHO 기준으로 18.5 미만 저체중, 25 미만 정상, 30 미만 과체중, 그 이상은 비만입니다. read_health_file()은 strip, split, float로 한 사람당 6칸 리스트를 만듭니다. 빈 줄·형식 오류·숫자 오류는 경고 후 건너뛰고, UTF-8 실패 시 CP949로 다시 읽습니다. test_bmi()에서 assert로 확인했습니다. 다음은 신재중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[신재중] 표 그리기를 맡은 신재중입니다. 표를 칸 하나 → 한 줄 → 표 전체 순서로 나눠 만들었습니다. Turtle 좌표계는 가운데가 (0,0)이고 위쪽이 y가 커서, 아래로 그릴수록 y가 작아집니다. draw_rect()는 왼쪽 위에서 setheading(0)으로 오른쪽을 보게 하고, begin_fill과 end_fill 사이에서 전진·우회전을 두 번 반복합니다. write_text()는 y를 10 내려 세로 가운데를 맞추고, 글꼴 크기를 -16 음수로 써서 픽셀 단위로 고정했습니다. draw_row()는 칸 너비만큼 x를 옮기며 한 줄을 그립니다. 실행 화면은 result.png로 캡처했습니다. 다음은 이서준 학생입니다.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[이서준] 소견 색 함수와 보고서를 맡은 이서준입니다. category_color()는 저체중 파랑, 정상 초록, 과체중 주황, 그 외 비만은 빨강을 돌려줍니다. 신호등처럼 위험할수록 눈에 띄는 색입니다. 마지막을 else로 써서 항상 색 하나를 돌려주므로 None 오류가 나지 않습니다. 실행 결과입니다. 파란 헤더와 흰색·하늘색 줄무늬, 7명 중 신재중 17.1 저체중, 이서준 27.2 과체중, 윤종하 34.6 비만, 나머지 4명 정상입니다. 표 아래에는 WHO 기준을 범례로 적었습니다.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[이서준] README는 팀 소개, 문제, 설계, 파일 설명, 실행 방법, 실행 결과, 역할 분담, 소감 순서로 정리했습니다. 이번 과제로 큰 문제를 작은 함수로 나누고, 각자 맡은 함수를 합쳐 하나의 프로그램을 만드는 과정을 배울 수 있었습니다. 이상으로 3조 발표를 마치겠습니다. 감사합니다.</a:t>
            </a:r>
          </a:p>
          <a:p>
            <a:r>
              <a:t>[이찬민] 이어서 python bmi.py, python bmi_table.py 시연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프로그래밍 HW01 · 3조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BMI 계산 결과표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health.txt → BMI 계산 → Turtle GUI 표 출력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이찬민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팀장 · 설계 · 표 배치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이우성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BMI 계산 · 파일 읽기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신재중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Turtle 칸 · 줄 그리기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7091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</a:rPr>
              <a:t>이서준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3892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E4E9"/>
                </a:solidFill>
                <a:latin typeface="맑은 고딕"/>
              </a:rPr>
              <a:t>소견 색 ·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문제와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과제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health.txt의 전화번호·이름·키·몸무게를 읽어 BMI를 계산하고 Turtle로 표를 그린다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81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4728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계산 담당 — 화면 없이 테스트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bmi_table.py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988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그리기 담당 — from bmi import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기능별로 파일을 나눠, 계산과 그리기를 따로 고치고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함수 호출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main()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20240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D8EEF2"/>
                </a:solidFill>
                <a:latin typeface="맑은 고딕"/>
              </a:rPr>
              <a:t>프로그램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61488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61488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read_health_file()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761488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파일 → 리스트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602736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602736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602736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표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443984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443984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43984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한 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285232"/>
            <a:ext cx="4206240" cy="621792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5285232"/>
            <a:ext cx="26517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3D4C"/>
                </a:solidFill>
                <a:latin typeface="Consolas"/>
              </a:rPr>
              <a:t>draw_rect()  write_text()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5285232"/>
            <a:ext cx="1645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F6B70"/>
                </a:solidFill>
                <a:latin typeface="맑은 고딕"/>
              </a:rPr>
              <a:t>칸 하나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표를 화면 가운데에 놓기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이찬민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B30"/>
                </a:solidFill>
                <a:latin typeface="맑은 고딕"/>
              </a:rPr>
              <a:t>Turtle 화면의 가운데는 (0, 0) → 표 크기의 절반만큼 왼쪽 · 위에서 시작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F3D4C"/>
                </a:solidFill>
                <a:latin typeface="맑은 고딕"/>
              </a:rPr>
              <a:t>680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표 전체 너비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Consolas"/>
              </a:rPr>
              <a:t>170+100+100+120+90+100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1031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22402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36414"/>
                </a:solidFill>
                <a:latin typeface="맑은 고딕"/>
              </a:rPr>
              <a:t>-340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3200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표 왼쪽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5661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Consolas"/>
              </a:rPr>
              <a:t>-680 ÷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1031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240280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36414"/>
                </a:solidFill>
                <a:latin typeface="맑은 고딕"/>
              </a:rPr>
              <a:t>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200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3D4C"/>
                </a:solidFill>
                <a:latin typeface="맑은 고딕"/>
              </a:rPr>
              <a:t>표 위쪽 y (7명)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5661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F6B70"/>
                </a:solidFill>
                <a:latin typeface="Consolas"/>
              </a:rPr>
              <a:t>36 × (7+1) ÷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7A8C"/>
                </a:solidFill>
                <a:latin typeface="맑은 고딕"/>
              </a:rPr>
              <a:t>줄무늬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89120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짝수·홀수 줄마다 배경색(white / aliceblue)을 바꿈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1091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7A8C"/>
                </a:solidFill>
                <a:latin typeface="맑은 고딕"/>
              </a:rPr>
              <a:t>창 크기 자동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010912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사람 수에 맞춰 창 높이를 계산 → 데이터가 늘어도 표가 잘리지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3270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7A8C"/>
                </a:solidFill>
                <a:latin typeface="맑은 고딕"/>
              </a:rPr>
              <a:t>빠른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632704"/>
            <a:ext cx="9052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0"/>
                </a:solidFill>
                <a:latin typeface="맑은 고딕"/>
              </a:rPr>
              <a:t>screen.tracer(0)로 애니메이션 끄고, update()로 한 번에 표시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BMI 계산 · 소견 판정 · 파일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이우성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0F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D3DC"/>
                </a:solidFill>
                <a:latin typeface="맑은 고딕"/>
              </a:rPr>
              <a:t>BMI 공식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몸무게(kg) ÷ 키(m)²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E4E9"/>
                </a:solidFill>
                <a:latin typeface="맑은 고딕"/>
              </a:rPr>
              <a:t>키는 cm → 100으로 나눠 m로   예) 72 ÷ 1.75² ≈ 23.5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소견 (WHO 기준, if/elif 순서대로 검사)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18.5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56231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1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63824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&lt;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3931920"/>
            <a:ext cx="1188720" cy="105156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4041648"/>
            <a:ext cx="1188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맑은 고딕"/>
              </a:rPr>
              <a:t>30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test_bmi()의 assert로 계산값 · 4가지 소견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read_health_file() — 한 줄이 리스트가 되기까지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874519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1E2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4800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"010-1234-5678 이우성 166 58"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  ↓ strip() · split() · float()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["010-1234-5678", "이우성",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E6EDEF"/>
                </a:solidFill>
                <a:latin typeface="Consolas"/>
              </a:rPr>
              <a:t> 166.0, 58.0, 21.0, "정상"]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7A8C"/>
                </a:solidFill>
                <a:latin typeface="맑은 고딕"/>
              </a:rPr>
              <a:t>잘못된 입력은 멈추지 않고 건너뜀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빈 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1148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continue로 조용히 건너뜀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720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항목 ≠ 4개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720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"N번째 줄 형식 오류" 경고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0292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숫자 아님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0292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ValueError → "숫자 오류" 경고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864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3D4C"/>
                </a:solidFill>
                <a:latin typeface="맑은 고딕"/>
              </a:rPr>
              <a:t>인코딩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UTF-8 실패 시 CP949로 다시 읽기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Turtle로 표 그리기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신재중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B30"/>
                </a:solidFill>
                <a:latin typeface="맑은 고딕"/>
              </a:rPr>
              <a:t>큰 표를 작게 나눠서:  칸 하나 → 한 줄 → 표 전체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칸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draw_rect()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왼쪽 위에서 시작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setheading(0) 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전진·우회전 90° × 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begin_fill로 색칠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0208" y="3154680"/>
            <a:ext cx="365760" cy="320040"/>
          </a:xfrm>
          <a:prstGeom prst="rightArrow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한 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draw_row()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x를 표 왼쪽 -340에서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칸 너비만큼 오른쪽으로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이동하며 반복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(COL_WIDTHS)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44968" y="3154680"/>
            <a:ext cx="365760" cy="320040"/>
          </a:xfrm>
          <a:prstGeom prst="rightArrow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057400"/>
            <a:ext cx="3337560" cy="2514600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36414"/>
                </a:solidFill>
                <a:latin typeface="맑은 고딕"/>
              </a:rPr>
              <a:t>표 전체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3D4C"/>
                </a:solidFill>
                <a:latin typeface="Consolas"/>
              </a:rPr>
              <a:t>draw_table()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헤더 1줄 +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사람 수만큼 draw_row()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아래로 갈수록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y가 작아짐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write_text()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6811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align="center"는 가로만 가운데 → y를 10 내려 세로도 가운데처럼 보이게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글꼴 크기 -16 (음수 = 픽셀 단위) → 윈도우 배율 125%·150%에서도 칸을 넘치지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57200"/>
            <a:ext cx="7863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3D4C"/>
                </a:solidFill>
                <a:latin typeface="맑은 고딕"/>
              </a:rPr>
              <a:t>소견 색과 실행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457200"/>
            <a:ext cx="25877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5F6B70"/>
                </a:solidFill>
                <a:latin typeface="맑은 고딕"/>
              </a:rPr>
              <a:t>이서준</a:t>
            </a:r>
          </a:p>
        </p:txBody>
      </p:sp>
      <p:pic>
        <p:nvPicPr>
          <p:cNvPr id="5" name="Picture 4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675120" cy="4005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3D4C"/>
                </a:solidFill>
                <a:latin typeface="Consolas"/>
              </a:rPr>
              <a:t>category_color()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74519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70"/>
                </a:solidFill>
                <a:latin typeface="맑은 고딕"/>
              </a:rPr>
              <a:t>위험할수록 눈에 띄는 신호등 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377440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377440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5BD8"/>
                </a:solidFill>
                <a:latin typeface="맑은 고딕"/>
              </a:rPr>
              <a:t>저체중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377440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2377440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090672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090672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8B3E"/>
                </a:solidFill>
                <a:latin typeface="맑은 고딕"/>
              </a:rPr>
              <a:t>정상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090672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090672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4명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803904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803904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08A00"/>
                </a:solidFill>
                <a:latin typeface="맑은 고딕"/>
              </a:rPr>
              <a:t>과체중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803904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3803904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517136"/>
            <a:ext cx="3959352" cy="585216"/>
          </a:xfrm>
          <a:prstGeom prst="roundRect">
            <a:avLst>
              <a:gd name="adj" fmla="val 8000"/>
            </a:avLst>
          </a:prstGeom>
          <a:solidFill>
            <a:srgbClr val="E8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4517136"/>
            <a:ext cx="11887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02B2B"/>
                </a:solidFill>
                <a:latin typeface="맑은 고딕"/>
              </a:rPr>
              <a:t>비만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517136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70"/>
                </a:solidFill>
                <a:latin typeface="Consolas"/>
              </a:rPr>
              <a:t>else →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4517136"/>
            <a:ext cx="8686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>
                <a:solidFill>
                  <a:srgbClr val="0F3D4C"/>
                </a:solidFill>
                <a:latin typeface="맑은 고딕"/>
              </a:rPr>
              <a:t>1명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303520"/>
            <a:ext cx="3959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0"/>
                </a:solidFill>
                <a:latin typeface="맑은 고딕"/>
              </a:rPr>
              <a:t>마지막을 else로 써서 어떤 값이 와도 항상 색을 반환 (None 오류 없음)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9FD3DC"/>
                </a:solidFill>
                <a:latin typeface="맑은 고딕"/>
              </a:rPr>
              <a:t>배운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큰 문제를 작은 함수로 나누고,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각자 맡은 함수를 합쳐 하나의 프로그램으로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E4E9"/>
                </a:solidFill>
                <a:latin typeface="맑은 고딕"/>
              </a:rPr>
              <a:t>README: 팀 소개 · 문제 · 설계 · 파일 설명 · 실행 방법 · 결과 · 역할 · 소감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14800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185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245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D3DC"/>
                </a:solidFill>
                <a:latin typeface="맑은 고딕"/>
              </a:rPr>
              <a:t>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python bmi.py        # 테스트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python bmi_table.py  # 표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114800"/>
            <a:ext cx="4480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